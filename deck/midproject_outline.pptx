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3" name="Image 0" descr="/Users/bellavg/ProjectsMSc/ai4mi_project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2377440" cy="237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Multi-Organ CT Segmentation on SegTHOR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749808" y="3063240"/>
            <a:ext cx="1463040" cy="457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Mid-project presentation — esophagus, heart, trachea and aorta segmentation from thoracic 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names · Group 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Motivation: Organs at Risk in Thoracic CT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why this matters clinically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manual-contouring pain point, if using one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Task: 3D thoracic CT → esophagus, heart, trachea, aorta</a:t>
            </a:r>
            <a:endParaRPr lang="en-US" sz="1600" dirty="0"/>
          </a:p>
        </p:txBody>
      </p:sp>
      <p:pic>
        <p:nvPicPr>
          <p:cNvPr id="8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Correcting the Aorta Label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the mislabeling was found and fixed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real per-class voxel share, now corrected — as numbers, not a bar chart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any other integrity checks run (e.g. alignment)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160520" cy="393192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783080"/>
            <a:ext cx="54864" cy="39319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965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FINDING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286000"/>
            <a:ext cx="3611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(label 4) was mislabeled — 0 / 20 patients had it before the fix. Caught and corrected before any preprocessing or training ran on it.</a:t>
            </a:r>
            <a:endParaRPr lang="en-US" sz="1350" dirty="0"/>
          </a:p>
        </p:txBody>
      </p:sp>
      <p:pic>
        <p:nvPicPr>
          <p:cNvPr id="12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I: Scan Geometry for the 20 CT Scans</a:t>
            </a:r>
            <a:endParaRPr lang="en-US" sz="2600" dirty="0"/>
          </a:p>
        </p:txBody>
      </p:sp>
      <p:pic>
        <p:nvPicPr>
          <p:cNvPr id="6" name="Image 0" descr="/Users/bellavg/ProjectsMSc/ai4mi_project/figures/profile/scan_geometry/field_of_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234440"/>
            <a:ext cx="7134860" cy="4846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40700" y="1234440"/>
            <a:ext cx="3609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140700" y="1527048"/>
            <a:ext cx="36093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voxel spacing across patients, slice count / scan length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140700" y="2651760"/>
            <a:ext cx="3609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MADE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140700" y="2944368"/>
            <a:ext cx="36093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it was measured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40700" y="4526280"/>
            <a:ext cx="3609340" cy="155448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8140700" y="4526280"/>
            <a:ext cx="54864" cy="155448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415020" y="4709160"/>
            <a:ext cx="3060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415020" y="5029200"/>
            <a:ext cx="30607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II: Whole-Scan &amp; Per-Organ Intensity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whole-scan HU distribution, with each organ's voxels coloured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aorta vs. heart in HU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600" dirty="0"/>
          </a:p>
        </p:txBody>
      </p:sp>
      <p:pic>
        <p:nvPicPr>
          <p:cNvPr id="8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III: Label Topology &amp; Adjacency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TOPOLOGY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connected components per label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fragmentation risk, if any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78308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ADJACENCY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148840"/>
            <a:ext cx="5257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contact between label pairs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which pairs matter most, now that aorta is real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89320" y="1783080"/>
            <a:ext cx="13716" cy="4206240"/>
          </a:xfrm>
          <a:prstGeom prst="rect">
            <a:avLst/>
          </a:prstGeom>
          <a:solidFill>
            <a:srgbClr val="E3E3E3"/>
          </a:solidFill>
          <a:ln/>
        </p:spPr>
      </p:sp>
      <p:pic>
        <p:nvPicPr>
          <p:cNvPr id="12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IV: Spatial Distribution &amp; Extent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5074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each organ sits in 3D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78308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148840"/>
            <a:ext cx="52578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coverage along the body axis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89320" y="1783080"/>
            <a:ext cx="13716" cy="288036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4892040"/>
            <a:ext cx="10881360" cy="91440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50749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39496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position and extent inform the preprocessing decisions on the next slide.</a:t>
            </a:r>
            <a:endParaRPr lang="en-US" sz="1350" dirty="0"/>
          </a:p>
        </p:txBody>
      </p:sp>
      <p:pic>
        <p:nvPicPr>
          <p:cNvPr id="16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4E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PIPELINE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From Measurement to Method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7" name="Shape 5"/>
          <p:cNvSpPr/>
          <p:nvPr/>
        </p:nvSpPr>
        <p:spPr>
          <a:xfrm>
            <a:off x="206959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695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geometry measurement (slide 3)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934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578815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8815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35864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5864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intensity measurement (slide 4)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20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950671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067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07720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07720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position/extent measurement (slide 6)</a:t>
            </a:r>
            <a:endParaRPr lang="en-US" sz="1200" dirty="0"/>
          </a:p>
        </p:txBody>
      </p:sp>
      <p:pic>
        <p:nvPicPr>
          <p:cNvPr id="21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Performance: Unmodified Pipeline (CE Loss, 25 Epochs)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Split: 15 train / 5 val — val = patients 01, 11, 15, 17, 19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Scores below are means over these 5 held-out scans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160520" cy="201168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783080"/>
            <a:ext cx="54864" cy="201168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965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POSITIVE-SLICE DICE (PATIENT MEANS)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2860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Esophagus: 0.47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Heart: 0.58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Trachea: 0.50</a:t>
            </a:r>
            <a:endParaRPr lang="en-US" sz="1350" dirty="0"/>
          </a:p>
        </p:txBody>
      </p:sp>
      <p:pic>
        <p:nvPicPr>
          <p:cNvPr id="12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MODIFICATION &amp; RESULT — LARGEST RUBRIC WEIGHT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2:10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Modification: Motivation, Method &amp; Preliminary Result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Shape 5"/>
          <p:cNvSpPr/>
          <p:nvPr/>
        </p:nvSpPr>
        <p:spPr>
          <a:xfrm>
            <a:off x="160477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477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Motivation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tied back to an exploration finding (slides 3–6)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638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39369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936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modification tried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8261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26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vs. baseline — from the run in progress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416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97153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7153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 or two concrete next experiments</a:t>
            </a:r>
            <a:endParaRPr lang="en-US" sz="1200" dirty="0"/>
          </a:p>
        </p:txBody>
      </p:sp>
      <p:pic>
        <p:nvPicPr>
          <p:cNvPr id="26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 &amp; Next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Done: dataset validation, exploration, baseline, preprocessing pipeline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progress: [TODO] first modified-loss / modified-preprocessing run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[TODO] one or two concrete next experiments before the final deadline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</a:t>
            </a:r>
            <a:endParaRPr lang="en-US" sz="2000" dirty="0"/>
          </a:p>
        </p:txBody>
      </p:sp>
      <p:pic>
        <p:nvPicPr>
          <p:cNvPr id="6" name="Image 0" descr="/Users/bellavg/ProjectsMSc/ai4mi_project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 — BACKUP, NOT IN THE TIMED TALK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A: Label Shape Variability Across Patients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figure shows, patient by patient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aorta fits into that pattern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only — pull in if a question opens the door</a:t>
            </a:r>
            <a:endParaRPr lang="en-US" sz="1600" dirty="0"/>
          </a:p>
        </p:txBody>
      </p:sp>
      <p:pic>
        <p:nvPicPr>
          <p:cNvPr id="7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for Medical Imaging</dc:creator>
  <cp:lastModifiedBy>AI for Medical Imaging</cp:lastModifiedBy>
  <cp:revision>1</cp:revision>
  <dcterms:created xsi:type="dcterms:W3CDTF">2026-09-19T16:14:48Z</dcterms:created>
  <dcterms:modified xsi:type="dcterms:W3CDTF">2026-09-19T16:14:48Z</dcterms:modified>
</cp:coreProperties>
</file>