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7" name="Image 0" descr="/Users/bellavg/ProjectsMSc/ai4mi_project/.claude/worktrees/segthor-presentation-midpoint-825c66/figures/comparison/label_makeup_r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4206240" cy="2196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95224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44848"/>
            <a:ext cx="48280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patients, 978 million voxels: 98.96% background, 1.04% labelled (10.2 M)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labelled voxels, 3 labels → 4 labels: esophagus 23.1% → 4.1%; aorta 18.9%</a:t>
            </a:r>
            <a:endParaRPr lang="en-US" sz="1250" dirty="0"/>
          </a:p>
        </p:txBody>
      </p:sp>
      <p:pic>
        <p:nvPicPr>
          <p:cNvPr id="10" name="Image 1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645920"/>
            <a:ext cx="4206240" cy="2154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391006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4202672"/>
            <a:ext cx="4828032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% of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5349240"/>
            <a:ext cx="10908792" cy="86868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5321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852160"/>
            <a:ext cx="10360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pic>
        <p:nvPicPr>
          <p:cNvPr id="17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pic>
        <p:nvPicPr>
          <p:cNvPr id="7" name="Image 0" descr="/Users/bellavg/ProjectsMSc/ai4mi_project/.claude/worktrees/segthor-presentation-midpoint-825c66/figures/profile/organ_position_3d/organ_position_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9371" y="1631950"/>
            <a:ext cx="8815614" cy="2870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804908" y="1835150"/>
            <a:ext cx="1574356" cy="2518791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9" name="Shape 6"/>
          <p:cNvSpPr/>
          <p:nvPr/>
        </p:nvSpPr>
        <p:spPr>
          <a:xfrm>
            <a:off x="9804908" y="1835150"/>
            <a:ext cx="54864" cy="2518791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79228" y="2018030"/>
            <a:ext cx="1025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079228" y="2338070"/>
            <a:ext cx="1025716" cy="1832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2810" y="4746689"/>
            <a:ext cx="361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POSITION, EXTENT &amp; ADJACENCY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2810" y="5039297"/>
            <a:ext cx="3610229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200" dirty="0"/>
          </a:p>
        </p:txBody>
      </p:sp>
      <p:pic>
        <p:nvPicPr>
          <p:cNvPr id="14" name="Image 1" descr="/Users/bellavg/ProjectsMSc/ai4mi_project/.claude/worktrees/segthor-presentation-midpoint-825c66/figures/profile/label_pairs/label_pairs_st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56200" y="4502150"/>
            <a:ext cx="6223000" cy="1926167"/>
          </a:xfrm>
          <a:prstGeom prst="rect">
            <a:avLst/>
          </a:prstGeom>
        </p:spPr>
      </p:pic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2026-09-20T10:18:43Z</dcterms:created>
  <dcterms:modified xsi:type="dcterms:W3CDTF">2026-09-20T10:18:43Z</dcterms:modified>
</cp:coreProperties>
</file>