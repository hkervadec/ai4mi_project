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pic>
        <p:nvPicPr>
          <p:cNvPr id="8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234440"/>
            <a:ext cx="7434072" cy="33825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3108960" cy="1164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pieces per label, for all patients: % of axial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20365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212973"/>
            <a:ext cx="3108960" cy="172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real per-class voxel share, now corrected — as numbers, not a bar chart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114800" y="4891263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2" name="Shape 9"/>
          <p:cNvSpPr/>
          <p:nvPr/>
        </p:nvSpPr>
        <p:spPr>
          <a:xfrm>
            <a:off x="4114800" y="4891263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120" y="5074143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5394183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 Caught and corrected before any preprocessing or training ran on it.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9100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1960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41960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7052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9912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9912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611880"/>
            <a:ext cx="54864" cy="9144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947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11480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9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5)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3–5)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2026-09-19T20:49:09Z</dcterms:created>
  <dcterms:modified xsi:type="dcterms:W3CDTF">2026-09-19T20:49:09Z</dcterms:modified>
</cp:coreProperties>
</file>