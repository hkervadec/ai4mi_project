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108960" cy="11887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one-sentence clinical takeaway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figures/comparison/label_example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783080"/>
            <a:ext cx="5010614" cy="3617186"/>
          </a:xfrm>
          <a:prstGeom prst="rect">
            <a:avLst/>
          </a:prstGeom>
        </p:spPr>
      </p:pic>
      <p:pic>
        <p:nvPicPr>
          <p:cNvPr id="13" name="Image 1" descr="/Users/bellavg/ProjectsMSc/ai4mi_project/.claude/worktrees/segthor-presentation-midpoint-825c66/figures/comparison/label_example_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0862" y="1783080"/>
            <a:ext cx="2268010" cy="36171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4800" y="5509994"/>
            <a:ext cx="7434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Patient_18: the four organs to segment, as an axial slice (102 of 183) and as 3D surfaces</a:t>
            </a:r>
            <a:endParaRPr lang="en-US" sz="1100" dirty="0"/>
          </a:p>
        </p:txBody>
      </p:sp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Finding the Missing Aorta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7" name="Image 0" descr="/Users/bellavg/ProjectsMSc/ai4mi_project/.claude/worktrees/segthor-presentation-midpoint-825c66/figures/comparison/label_makeup_r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4206240" cy="2196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95224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MAKE-UP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244848"/>
            <a:ext cx="48280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patients, 978 million voxels: 98.96% background, 1.04% labelled (10.2 M)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labelled voxels, 3 labels → 4 labels: esophagus 23.1% → 4.1%; aorta 18.9%</a:t>
            </a:r>
            <a:endParaRPr lang="en-US" sz="1250" dirty="0"/>
          </a:p>
        </p:txBody>
      </p:sp>
      <p:pic>
        <p:nvPicPr>
          <p:cNvPr id="10" name="Image 1" descr="/Users/bellavg/ProjectsMSc/ai4mi_project/.claude/worktrees/segthor-presentation-midpoint-825c66/figures/comparison/connected_componen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20840" y="1645920"/>
            <a:ext cx="4206240" cy="21544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20840" y="3910064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COMPONENTS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4202672"/>
            <a:ext cx="4828032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% of slices (2D) or patients (3D) with 1, 2 or 3+ pieces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aorta merged (3 labels). Bottom: aorta separate (4 labels)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5349240"/>
            <a:ext cx="10908792" cy="86868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" y="5349240"/>
            <a:ext cx="54864" cy="86868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5321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5852160"/>
            <a:ext cx="10360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</a:t>
            </a:r>
            <a:endParaRPr lang="en-US" sz="1350" dirty="0"/>
          </a:p>
        </p:txBody>
      </p:sp>
      <p:pic>
        <p:nvPicPr>
          <p:cNvPr id="17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10896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Patient_02: axial slice 111 and 3D view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Before: two pieces carry the esophagus label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After: one piece relabelled aorta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51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DONE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43884"/>
            <a:ext cx="3108960" cy="1247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</a:t>
            </a:r>
            <a:endParaRPr lang="en-US" sz="1150" dirty="0"/>
          </a:p>
        </p:txBody>
      </p:sp>
      <p:pic>
        <p:nvPicPr>
          <p:cNvPr id="12" name="Image 0" descr="/Users/bellavg/ProjectsMSc/ai4mi_project/.claude/worktrees/segthor-presentation-midpoint-825c66/figures/comparison/label_correction_example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48840"/>
            <a:ext cx="3374136" cy="18720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74736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pic>
        <p:nvPicPr>
          <p:cNvPr id="14" name="Image 1" descr="/Users/bellavg/ProjectsMSc/ai4mi_project/.claude/worktrees/segthor-presentation-midpoint-825c66/figures/comparison/label_correction_example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74736" y="2148840"/>
            <a:ext cx="3374136" cy="18720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03236" y="2947702"/>
            <a:ext cx="457200" cy="274320"/>
          </a:xfrm>
          <a:prstGeom prst="rightArrow">
            <a:avLst/>
          </a:prstGeom>
          <a:solidFill>
            <a:srgbClr val="BC0031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0" y="4340924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0" y="4340924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4523804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484384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Caught and corrected before any preprocessing or training ran on it.</a:t>
            </a:r>
            <a:endParaRPr lang="en-US" sz="1350" dirty="0"/>
          </a:p>
        </p:txBody>
      </p:sp>
      <p:pic>
        <p:nvPicPr>
          <p:cNvPr id="20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pic>
        <p:nvPicPr>
          <p:cNvPr id="7" name="Image 0" descr="/Users/bellavg/ProjectsMSc/ai4mi_project/.claude/worktrees/segthor-presentation-midpoint-825c66/figures/profile/organ_position_3d/organ_position_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8778240" cy="2858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4641112"/>
            <a:ext cx="25557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933720"/>
            <a:ext cx="25557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424428" y="4641112"/>
            <a:ext cx="25557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24428" y="4933720"/>
            <a:ext cx="255574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208776" y="4641112"/>
            <a:ext cx="25557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ADJACENCY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208776" y="4933720"/>
            <a:ext cx="255574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contact between label pairs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93124" y="4641112"/>
            <a:ext cx="2555748" cy="155448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5" name="Shape 12"/>
          <p:cNvSpPr/>
          <p:nvPr/>
        </p:nvSpPr>
        <p:spPr>
          <a:xfrm>
            <a:off x="8993124" y="4641112"/>
            <a:ext cx="54864" cy="155448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267444" y="4823992"/>
            <a:ext cx="2007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267444" y="5144032"/>
            <a:ext cx="200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8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4)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5)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4–6)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2026-09-20T09:24:18Z</dcterms:created>
  <dcterms:modified xsi:type="dcterms:W3CDTF">2026-09-20T09:24:18Z</dcterms:modified>
</cp:coreProperties>
</file>